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Segoe UI"/>
              </a:defRPr>
            </a:pPr>
            <a:r>
              <a:t>ENTERPRISE PREDICTIVE INTELLIGENCE PLATFORM (V1.0.0.0)</a:t>
            </a:r>
          </a:p>
          <a:p>
            <a:pPr>
              <a:spcAft>
                <a:spcPts val="400"/>
              </a:spcAft>
              <a:defRPr sz="5400" b="1">
                <a:solidFill>
                  <a:srgbClr val="F8FAFC"/>
                </a:solidFill>
                <a:latin typeface="Segoe UI"/>
              </a:defRPr>
            </a:pPr>
            <a:r>
              <a:t>DataMind</a:t>
            </a:r>
          </a:p>
          <a:p>
            <a:pPr>
              <a:spcAft>
                <a:spcPts val="2400"/>
              </a:spcAft>
              <a:defRPr sz="2000">
                <a:solidFill>
                  <a:srgbClr val="38BDF8"/>
                </a:solidFill>
                <a:latin typeface="Segoe UI"/>
              </a:defRPr>
            </a:pPr>
            <a:r>
              <a:t>IoT Hardware Failure Prevention, Ultra-Low Latency Inference &amp; Game-Theoretic Explainability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production-grade distributed intelligence system engineered to Google SWE standards.</a:t>
            </a:r>
            <a:br/>
            <a:r>
              <a:t>Ingests real-time telemetry, computes zero-leakage temporal features, predicts failures 24h ahead (&lt;0.4ms),</a:t>
            </a:r>
            <a:br/>
            <a:r>
              <a:t>and pinpoints mechanical root causes via SHAP.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>
                <a:solidFill>
                  <a:srgbClr val="F8FAFC"/>
                </a:solidFill>
                <a:latin typeface="Segoe UI"/>
              </a:defRPr>
            </a:pPr>
            <a:r>
              <a:t>Architect: Faizal Khan   |   Repository: github.com/faizalkhan24/Data-mind   |   14/14 Milestones Complete (100%)   |   98 Passing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DATAMIND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Executive Overview: Solving Unplanned Industrial Downtime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1. The Problem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THE INDUSTRIAL CHALLENGE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Industrial fleets face massive costs from unplanned hardware outages ($50k+/hr).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Traditional systems are reactive: alarms trigger only after irreversible damage occurs.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Raw accuracy is misleading due to severe class imbalance (7.35% failure rate).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Lack of root-cause transparency leads to hours of diagnostic guesswork.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2. The Objective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PREDICTIVE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Predict whether an active device will fail in the next 24h (failed_within_24h).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Provide sub-5ms inference latency to support streaming fleets in real-time.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Generate game-theoretic SHAP attributions explaining WHY each device will fail.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Trigger automated ticketing and alerts before catastrophic outages occur.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3. Key Results Achieved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PRODUCTION BENCHMARK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PR-AUC: 0.9608 and 93.9% failure recall on unseen test fleet (15k observations).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Inference SLA: ~0.40 ms (~400 microseconds), 12x faster than the 5ms SLA budget.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Full Distributed Mesh: 4 microservices, Postgres, Redis, Prometheus, Grafana.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100% Test Coverage: 98 unit &amp; integration tests passing with zero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DATAMIND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End-to-End Distributed Microservices Mesh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Ingestion Service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DATA STREAMING (:8002)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Port: 8002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High-throughput non-blocking telemetry event queue.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24-hour temporal sliding window buffer per device.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Computes 25 rolling signals with zero future leakage.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Async batch forwarding to inference &amp;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Prediction Engine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ML INFERENCE (:8000)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Port: 8000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FastAPI inference server with in-memory model cache.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XGBoost gradient boosting classifier (tuned threshold 0.7173).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Embedded SHAP TreeExplainer for instant risk factor attribution.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Latency: 0.40 ms (SLA &lt; 5 ms).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14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Fleet API Service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DATA SYSTEMS (:8001)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Port: 8001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SQLAlchemy 2.0 async engine (PostgreSQL 16 &amp; SQLite).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Device registration, metadata CRUD, and observation logging.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Automated alert creation upon high-risk predictions.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Fleet aggregate health stats.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514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Operations Console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WEB CONSOLE (:8003)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Port: 8003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Live Web Operations Console &amp; Interactive Risk Grid.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Slide-out diagnostic drawer with historical sensor trends.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Real-time diagnostic simulator for sensor surge testing.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Prometheus &amp; Grafana telemetry.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DATAMIND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Physics-Grounded Simulation vs Naive Random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Coupled Physical Failure Kinetics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REALISTIC SENSOR BEHAVIOR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Thermal Runaway: Internal resistance elevates die temperature by up to +45°C (peaking at 92.3°C).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Current Draw Surge: Circuit wear drives current from nominal 1.2A up to 2.8A.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Power Rail Droop: High current induces severe internal IR drops, sagging battery voltage to 2.8V.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Error Acceleration: Thermal noise triggers Poisson error bursts (up to 31 errors/hr).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Watchdog Crash Loops: Voltage drops trigger hardware reboots, resetting uptime_hours to near 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13-Rule Pre-ML Quality Assurance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AUTOMATED VALIDATION GATE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Schema Enforcement: Validates data types, ranges, and null counts across all 100k rows.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Physical Boundary Audit: Flags impossible sensor values (e.g., negative voltage, temp &gt; 150°C).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Temporal Continuity: Verifies 1-hour uniform cadence without missing timesteps.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Label Validity: Verifies ground truth failed_within_24h aligns strictly with failure timestamps.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Class Imbalance Audit: Confirms 7.35% realistic fleet failure prevalence (12.6:1 negative ratio).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DATAMIND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Zero-Leakage Temporal Feature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Rolling Statistics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MULTI-HORIZON SIGNALS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1-Hour, 6-Hour &amp; 24-Hour Windows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temperature_mean_6h &amp; std_6h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voltage_min_6h (sag detector)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current_mean_6h &amp; max_6h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Captures short-term spikes vs sustained thermal saturation.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Rate-of-Change Signals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DEGRADATION DYNAMICS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First-Order Temporal Differencing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battery_change_24h (rapid drain rate)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temperature_diff_1h (rate of rise)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voltage_diff_1h (drop rate)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Differentiates steady aging from acute catastrophic runaway.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Causal Split Guarantee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GROUP-AWARE SPLIT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Zero Information Leakage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Features at time t strictly use sensor readings from tau &lt;= 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Group-Aware Fleet Split: 70% Train (700 devices), 15% Val (150 devices), 15% Test (150 devices).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Prevents cross-device correlation bleed.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DATAMIND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Machine Learning Progression: Benchmark on Holdout Fleet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  <a:gridCol w="1371600"/>
                <a:gridCol w="1554480"/>
                <a:gridCol w="155448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Majority Dummy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0.0654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&lt; 1 µs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95.81%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93.17%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0.9447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0.9625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0.36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Random Forest (150)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0.39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94.14%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95.01%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0.9457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0.9671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26.18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XGBoost Champion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94.46%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93.88%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0.9417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0.9608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0.40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297680"/>
            <a:ext cx="1069848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Strategic Model Selection Insights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PRODUCTION TRADEOFF ANALYSIS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PR-AUC Primacy: On 7.35% class imbalance, accuracy is misleading (Dummy gets 93.5% with 0 recall). PR-AUC proves true discriminatory capability.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XGBoost Chosen for Production: Delivers near-identical PR-AUC to Random Forest (0.9608 vs 0.9671) while executing 65x faster (0.40ms vs 26.18ms).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Optimal Threshold Tuning: Tuning decision threshold to tau = 0.7173 achieves optimal balance between precision (94.5%) and recall (93.9%).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DATAMIND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Explainable AI (XAI): SHAP Game-Theoretic Attribution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Why Black-Box Models Fail in Ops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EXPLAINABLE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Telling an engineer 'Risk is 88%' is useless without root causes.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Without attribution, technicians spend hours testing components randomly.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DataMind embeds SHAP TreeExplainer directly into the FastAPI serving layer.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Every prediction calculates exact Shapley values across all 25 features in sub-millisecond time.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Translates raw feature names into human-understandable mechanical categories.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Top Human Risk Factor Categories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ROOT-CAUSE ATTRIBUTION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Thermal Runaway: Die temperature sustained above safe thresholds (+0.28 log-odds impact).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Power Rail Sag: Internal battery impedance collapsing voltage under load (+0.19 log-odds).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Rapid Battery Depletion: Accelerated charge loss over 24 hours (+0.34 log-odds).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Electrical Jitter: High voltage variance and power instability (+0.86 log-odds).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Watchdog Crash Loops: Repetitive restarts resetting uptime (+0.45 log-odds).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DATAMIND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Real-Time Prediction API: Architecture &amp; SLA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Sub-5ms Latency SLA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PERFORMANCE CRITICAL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SLA Contract: P99 &lt; 5.0 ms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Actual Latency: ~0.40 ms (400 µs)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12x headroom under latency SLA budget.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In-memory model weights eliminate disk I/O.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Non-blocking async request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REST API Endpoints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FASTAPI MICROSERVICE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POST /api/v1/predict: Single device prediction + SHAP explainability.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POST /api/v1/predict/batch: High-throughput batch scoring (500 devices in &lt; 30ms).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GET /api/v1/model/metadata: Model version, feature count, threshold config.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GET /health: Kubernetes liveness &amp; readiness.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Pydantic Validation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ENTERPRISE STANDARDS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Strict Input Validation: Validates physical sensor ranges before inference.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Structured Error Handling: 422 Unprocessable Entity with exact error traces.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Comprehensive Swagger Docs: Auto-generated OpenAPI docs at /docs.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Prometheus metrics at /metrics.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DATAMIND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Fleet Health Operations Console: Web UI &amp;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Executive KPI Bar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FLEET HEALTH VISIBILITY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Total Monitored Fleet: 1,000 devices.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Active Nodes vs Maintenance.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High-Risk Count: Devices with impending 24h failure.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Open Incidents &amp; Critical Alert count.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Zero external UI frameworks (pure lightweight vanilla JS/CSS3).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Interactive Fleet Grid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LIVE OPERATIONS GRID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Live sorting by failure probability.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Filter by risk severity (HIGH RISK vs NOMINAL).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Real-time sensor telemetry badges (Temperature, Voltage, Battery).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One-click [Diagnose] button to expand device inspection drawer.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Diagnostic Simulator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DIAGNOSTIC SIMULATOR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Live What-If Analysis in Browser.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Adjust sensor sliders (temp rise, voltage drop, current spike, error bursts).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Click [Simulate Prediction] to execute live model inference.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Inspect instant shift in failure probability and SHAP attribution ranks.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DATAMIND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SRE Observability: Prometheus Metrics &amp; Grafana Dashboards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Prometheus Metrics &amp; SLA Tracking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CONTINUOUS TELEMETRY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Standardized /metrics endpoint mounted on all 4 microservices.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datamind_prediction_latency_seconds: Multi-bucket histogram tracking p50, p90, p95, p99 against the 5ms SLA.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datamind_prediction_risk_probability: Distribution of scored failure probabilities [0.0 - 1.0].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datamind_predictions_total: Counter partitioned by risk severity (HIGH vs NOMINAL).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datamind_stream_buffer_depth: Tracks queue congestion and backpressure.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Automated Production Alert Rules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AUTOMATED ALERT RULES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PredictionLatencySlaBreached: Fires if P99 latency exceeds 5ms for 30 seconds.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HighRiskFailureCascadeSpike: Fires if &gt;30% of fleet enters high-risk state within 5 minutes (drift/cascade alarm).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CoreApiHighErrorRate: Fires if 5xx HTTP response rate exceeds 1%.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IngestionQueueCongestionBackpressure: Fires if buffer queue exceeds 5,000 unconsumed items.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MicroserviceInstanceDown: Fires if any pod target drops scrape heartbeat.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DATAMIND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Cloud-Native Infrastructure: Docker &amp; Kubernetes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Docker Containerization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DOCKER COMPOSE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Multi-Stage Dockerfiles (python:3.11-slim).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Non-root security context (uid 1000).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1-Command Local Orchestration: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docker compose up -d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Spawns all 4 services, Postgres, Redis, Prometheus &amp; Grafana.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Kubernetes Workloads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KUBERNETES CLUSTER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Namespace Isolation: datamind.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StatefulSet: Postgres 16 with 10Gi PVC &amp; pg_isready health checks.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Deployments: 4 stateless microservices with zero-downtime RollingUpdate.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HTTP /health readiness &amp; liveness probes on all pods.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Elastic Autoscaling (HPA)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ELASTIC AUTOSCALING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HorizontalPodAutoscaler on Prediction, API, Ingestion &amp; Dashboard.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Auto-scales 2 to 10 replicas under load.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Ingress NGINX Reverse Proxy routing /, /api/v1/predict, /api/v1/fleet.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1-Command GitOps Bundle: kubectl apply -k infrastructure/k8s/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DATAMIND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CI/CD Automation &amp; Protected Main Branch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GitHub Actions CI/CD Pipeline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AUTOMATED PIPELINES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Continuous Integration (ci.yml): Triggers on every push &amp; pull request to main.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Flake8 Linting &amp; PEP8 Enforcement: Catches syntax errors and dead code.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Kubernetes Manifest Syntax Validation: Validates all 11 YAML manifests.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Full Automated Test Suite: Executes all 98 tests on Python 3.11 (0 failures allowed).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Continuous Delivery (cd.yml): Multi-stage builds and pushes images to GitHub Container Registry (ghcr.io) tagged with short Git SHA.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Global Open-Source Governance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SECURE COLLABORATION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Protected main Branch: Direct pushes are blocked. Nobody can overwrite production history.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Fork &amp; Pull Request Workflow: External contributors fork to user/Data-mind and submit PRs.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Automated CI Gates: GitHub disables the merge button until all 98 tests pass 100% green.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Maintainer Review: Maintainer reviews code diff and approves merges.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Standard Open-Source Templates: CONTRIBUTING.md, PULL_REQUEST_TEMPLATE.md, MIT License.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DATAMIND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Master Project Ledger: 14/14 Milestones Completed (100%)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Phases 1 &amp; 2: ML &amp; MLOps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ML FOUNDATIONS &amp; SERVING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M1: Data Gen &amp; Validation (13 tests)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M2: Exploratory Data Analysis (4 tests)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M3: Feature Engineering (7 tests)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M4: Baseline Models (8 tests)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M5: Model Progression (1 test)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M6: Model Explainability (9 tests)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M7: Model Registry / MLflow (5 tests)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M8: Real-Time Prediction API (8 tests)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Phases 3 &amp; 4: Systems &amp; Cloud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DATA PLATFORM &amp; DEVOPS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M9: Database Persistence (5 tests)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M10: Streaming Ingestion Queue (5 tests)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M11: Fleet Health Dashboard UI (9 tests)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M12: Docker &amp; Compose (9 tests)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M13: Observability &amp; Telemetry (7 tests)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M14: Kubernetes &amp; CI/CD (8 tests)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Total Test Count: 98 passing tests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Pass Rate: 100% (0 errors, 0 failures)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Release v1.0.0.0 Assets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PRODUCTION ARTIFACTS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VERSION: 1.0.0.0 tag live on GitHub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LICENSE: Official MIT License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USER_MANUAL.md: Comprehensive guide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CONTRIBUTING.md: Open-source rules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run_platform.py: 1-command local launcher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docker-compose.yml: 1-command container stack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infrastructure/k8s/: 1-command K8s bundle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Conclusion &amp; Project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Platform Highlights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KEY TAKEAWAYS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Engineered to Google SWE Standards: Modular, type-hinted, zero data leakage, and 100% tested.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Sub-Millisecond Inference: Scored in ~400 microseconds, easily satisfying industrial SLAs.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Actionable Explainability: Every failure risk is accompanied by mechanical root-cause attribution.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Turnkey Scalability: Operates locally, via Docker Compose, or as a self-healing Kubernetes cluster.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Project Access Links</a:t>
            </a:r>
          </a:p>
          <a:p>
            <a:pPr>
              <a:spcAft>
                <a:spcPts val="800"/>
              </a:spcAft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PROJECT RESOURCES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GitHub Repository: https://github.com/faizalkhan24/Data-mind.git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Release Tag: v1.0.0.0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Live Web Console: http://localhost:8003/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Swagger Prediction API Docs: http://localhost:8000/docs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User &amp; Operator Manual: docs/USER_MANUAL.md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Contribution Guidelines: CONTRIBUTING.md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